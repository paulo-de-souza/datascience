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6" r:id="rId3"/>
    <p:sldId id="258" r:id="rId4"/>
    <p:sldId id="259" r:id="rId5"/>
    <p:sldId id="260" r:id="rId6"/>
    <p:sldId id="263" r:id="rId7"/>
    <p:sldId id="261" r:id="rId8"/>
    <p:sldId id="262" r:id="rId9"/>
    <p:sldId id="264" r:id="rId10"/>
    <p:sldId id="265" r:id="rId11"/>
    <p:sldId id="269" r:id="rId12"/>
    <p:sldId id="266" r:id="rId13"/>
    <p:sldId id="272" r:id="rId14"/>
    <p:sldId id="267" r:id="rId15"/>
    <p:sldId id="268" r:id="rId16"/>
    <p:sldId id="273" r:id="rId17"/>
    <p:sldId id="270" r:id="rId18"/>
    <p:sldId id="271" r:id="rId19"/>
    <p:sldId id="274" r:id="rId20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1" d="100"/>
          <a:sy n="71" d="100"/>
        </p:scale>
        <p:origin x="672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7CCA340-F745-4CD5-0A7E-B2769D8540F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409AAC4A-20CE-3CD1-3337-32CE057DA11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1B8837F0-9FC7-46FE-A6DF-A423B9DD4E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8B49F8-E28E-44AE-9487-4A86BC2922EA}" type="datetimeFigureOut">
              <a:rPr lang="pt-BR" smtClean="0"/>
              <a:t>17/06/2026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3E64625-9D27-6B6C-C95D-7FA7500689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E1C0C7F-394B-8762-195B-488B946066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7212DF-393D-4D34-AFB3-49026C0D194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084488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AE386EF-D5C6-5CEA-5EF8-AA84C5A0DE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CE04C97-C8DE-7035-A390-7F6F4A65A5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6450D13F-8B25-475D-B214-51F57A412D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8B49F8-E28E-44AE-9487-4A86BC2922EA}" type="datetimeFigureOut">
              <a:rPr lang="pt-BR" smtClean="0"/>
              <a:t>17/06/2026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5C7C4CF7-4C2C-2B8A-1426-B4C04FFF57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9E4C432-D60C-F339-FD41-CC82108692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7212DF-393D-4D34-AFB3-49026C0D194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024082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15ABE7E-0B40-88BE-1AC5-D8CE2D8E6E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DB459263-E60A-E198-02C7-37CCAEA8D4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770C667-52E4-F59D-4F53-C9675A7F04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8B49F8-E28E-44AE-9487-4A86BC2922EA}" type="datetimeFigureOut">
              <a:rPr lang="pt-BR" smtClean="0"/>
              <a:t>17/06/2026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4CBE5C49-E0FA-89A8-915A-4E7838BEA9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11610CA5-B310-2533-E162-FA6FDE614A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7212DF-393D-4D34-AFB3-49026C0D194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23506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681FD2C-BB20-193B-69C0-ABC708227D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FF4214C-0C59-B0EE-9C67-D050D12750A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7EA6AEC0-3B55-3B75-DA46-C9AEAB9F996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34F600B2-FFF5-C51F-9B3D-E73871FE29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8B49F8-E28E-44AE-9487-4A86BC2922EA}" type="datetimeFigureOut">
              <a:rPr lang="pt-BR" smtClean="0"/>
              <a:t>17/06/2026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EA632E7A-BBA4-FE7E-DF81-B037045F3D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D2F187BB-B51F-4888-2CE4-F6943E966C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7212DF-393D-4D34-AFB3-49026C0D194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44436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0A2970F-7100-E884-02EA-7D7EBE734B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29A03DA1-669D-8C9B-0CD0-ADEFE2AF70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979AD869-DAD2-356F-C2EA-E9BAE3B594F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D32F276B-94DA-139A-9D03-15B18EAD7EB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6C06C6E7-DF72-2F85-7343-37FDCC0B7E0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A5A6352F-5D04-A155-FCF2-3319944D98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8B49F8-E28E-44AE-9487-4A86BC2922EA}" type="datetimeFigureOut">
              <a:rPr lang="pt-BR" smtClean="0"/>
              <a:t>17/06/2026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CF3EB3E5-1E20-DAC2-6490-DAD88317DC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7EEABC24-3810-2D52-9F99-6835C2DAFC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7212DF-393D-4D34-AFB3-49026C0D194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136713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1D85A9B-52E1-C857-6F89-69E4B51FDD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07BCE4A2-D8CA-DA8D-27B0-93AB6A9261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8B49F8-E28E-44AE-9487-4A86BC2922EA}" type="datetimeFigureOut">
              <a:rPr lang="pt-BR" smtClean="0"/>
              <a:t>17/06/2026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2FA37B22-6714-35E1-D5BE-43BE756F8A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685AEA91-70D7-CD8C-7B7E-F68AC8419F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7212DF-393D-4D34-AFB3-49026C0D194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59431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66E8D057-E0CB-AF97-5D28-1590D20CBA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8B49F8-E28E-44AE-9487-4A86BC2922EA}" type="datetimeFigureOut">
              <a:rPr lang="pt-BR" smtClean="0"/>
              <a:t>17/06/2026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7D00B549-463A-592F-21D6-09CC5F7B11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20AB6623-1652-DAFA-FC5E-F42A3A4511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7212DF-393D-4D34-AFB3-49026C0D194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016070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0850C6A-EA89-5010-56EF-11798CC0BE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8EF5810-E2D9-20DB-79C8-9CCC006B00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66CC2AC7-19BE-3DEF-3029-E0F2700A13B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140798C1-93B7-D2DF-A73E-B991AA5656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8B49F8-E28E-44AE-9487-4A86BC2922EA}" type="datetimeFigureOut">
              <a:rPr lang="pt-BR" smtClean="0"/>
              <a:t>17/06/2026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F4648DF0-8C19-7A5A-69BA-493E247B73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CBFF07C3-329C-3DDE-CB95-FC2A5868E7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7212DF-393D-4D34-AFB3-49026C0D194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271181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040C3AB-9C4A-E892-F906-43CDAD0084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E2F05D59-808B-0041-F694-F01F4B253E9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7D6C526A-6FF9-8E34-F3B8-29D4D33337F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364D54A2-4192-576B-CFEC-3C2742ECAF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8B49F8-E28E-44AE-9487-4A86BC2922EA}" type="datetimeFigureOut">
              <a:rPr lang="pt-BR" smtClean="0"/>
              <a:t>17/06/2026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E343993C-4814-F0BD-6E5B-83D3C8D845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89D32680-3425-1B3A-E9C4-DCEC0112A0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7212DF-393D-4D34-AFB3-49026C0D194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293060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5D33E72-CC32-28D6-6100-3FEE34C265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37C60400-EFA6-4387-D2EA-F5B0086A990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0283A17-868D-B295-BE5D-E9DFDA2863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8B49F8-E28E-44AE-9487-4A86BC2922EA}" type="datetimeFigureOut">
              <a:rPr lang="pt-BR" smtClean="0"/>
              <a:t>17/06/2026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66304236-1ED5-08A7-FCC9-0FF4E13755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1479DDA6-6703-8846-4610-F319B6C374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7212DF-393D-4D34-AFB3-49026C0D194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393629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811D10CB-2783-DE3D-D62A-23CA7F0B245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AB3DB090-B1AA-EEB6-8669-B4F27258FE0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90162F7-69A6-049A-8CC1-0D7392681F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8B49F8-E28E-44AE-9487-4A86BC2922EA}" type="datetimeFigureOut">
              <a:rPr lang="pt-BR" smtClean="0"/>
              <a:t>17/06/2026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A567830-B225-B1FC-2EDC-A477938E23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1D635C72-A261-15DF-4308-3372A497CE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7212DF-393D-4D34-AFB3-49026C0D194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671474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6F3E477A-2ED9-7573-55C5-B2AD922D7E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42F3A154-F743-BCE2-5857-B920847542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BBCD580F-3506-8CC2-3B20-68DFAA9052B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58B49F8-E28E-44AE-9487-4A86BC2922EA}" type="datetimeFigureOut">
              <a:rPr lang="pt-BR" smtClean="0"/>
              <a:t>17/06/2026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8D43555-1D76-C911-308B-18F2151AB7B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49A1C4CD-DF8F-267C-ED00-6D8B189787A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C7212DF-393D-4D34-AFB3-49026C0D194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574599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hyperlink" Target="https://web-assets.bcg.com/86/e5/19d29e2246c7935e179db8257dd5/unlocking-the-potential-of-ai-in-drug-discovery-vf.pdf" TargetMode="External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www.mckinsey.com/capabilities/operations/our-insights/industrys-fast-mover-advantage-enterprise-value-from-digital-factories" TargetMode="External"/><Relationship Id="rId5" Type="http://schemas.openxmlformats.org/officeDocument/2006/relationships/hyperlink" Target="https://www.mckinsey.com/industries/agriculture/our-insights/from-bytes-to-bushels-how-gen-ai-can-shape-the-future-of-agriculture" TargetMode="External"/><Relationship Id="rId4" Type="http://schemas.openxmlformats.org/officeDocument/2006/relationships/hyperlink" Target="https://nvidianews.nvidia.com/news/nvidia-announces-earth-climate-digital-twin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043FF85-4929-1184-0235-475750324C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 dirty="0" err="1"/>
              <a:t>Generative</a:t>
            </a:r>
            <a:r>
              <a:rPr lang="pt-BR" b="1" dirty="0"/>
              <a:t> AI </a:t>
            </a:r>
            <a:r>
              <a:rPr lang="pt-BR" b="1" dirty="0" err="1"/>
              <a:t>Explained</a:t>
            </a:r>
            <a:endParaRPr lang="pt-BR" b="1" dirty="0"/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208B058D-B939-3F42-7D6C-766FA7395E1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495432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748EC5F6-C135-D2EA-85A2-AE4006577F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6018" y="1423707"/>
            <a:ext cx="10659963" cy="40105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63722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5ACDAAD0-B822-F19F-4DB2-EF317F4068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6492" y="1599944"/>
            <a:ext cx="10679015" cy="36581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33361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1D852B19-92BC-3C95-E444-AF90416189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0782" y="1442760"/>
            <a:ext cx="10650436" cy="39724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25956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0115C774-1E66-CD4E-9A8C-BDDD65F449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124" y="1985761"/>
            <a:ext cx="10583752" cy="28864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90824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B9DBFD-E689-247B-B09D-9ED134C920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9576D93-7973-0A96-47C4-C5C3F9E6A9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 dirty="0" err="1"/>
              <a:t>Applications</a:t>
            </a:r>
            <a:r>
              <a:rPr lang="pt-BR" b="1" dirty="0"/>
              <a:t> </a:t>
            </a:r>
            <a:r>
              <a:rPr lang="pt-BR" b="1" dirty="0" err="1"/>
              <a:t>of</a:t>
            </a:r>
            <a:r>
              <a:rPr lang="pt-BR" b="1" dirty="0"/>
              <a:t> </a:t>
            </a:r>
            <a:r>
              <a:rPr lang="pt-BR" b="1" dirty="0" err="1"/>
              <a:t>Generative</a:t>
            </a:r>
            <a:r>
              <a:rPr lang="pt-BR" b="1" dirty="0"/>
              <a:t> AI - </a:t>
            </a:r>
            <a:r>
              <a:rPr lang="pt-BR" b="1" dirty="0" err="1"/>
              <a:t>Language</a:t>
            </a:r>
            <a:endParaRPr lang="pt-BR" b="1" dirty="0"/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414A5CAE-ABAE-D442-1A10-D4E94D23602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0140938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BE734A09-A265-B16A-1FF2-E65738C739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4597" y="1852392"/>
            <a:ext cx="10602805" cy="31532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903385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EA08D21B-21FD-E301-23E8-1C0A423A57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6018" y="1861919"/>
            <a:ext cx="10659963" cy="31341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989304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794FD6C1-F05A-D43E-59E0-B260AC46E1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056" y="1592705"/>
            <a:ext cx="11927887" cy="36725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365487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7BE39DC4-F65F-FBE2-ECA2-032A57C97D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2903" y="1525249"/>
            <a:ext cx="11143906" cy="38075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701320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FD6238-535C-8401-5F8D-BABB917F4E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50902C1-628E-1E10-62FD-BD26AC13D2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 dirty="0" err="1"/>
              <a:t>Applications</a:t>
            </a:r>
            <a:r>
              <a:rPr lang="pt-BR" b="1" dirty="0"/>
              <a:t> </a:t>
            </a:r>
            <a:r>
              <a:rPr lang="pt-BR" b="1" dirty="0" err="1"/>
              <a:t>of</a:t>
            </a:r>
            <a:r>
              <a:rPr lang="pt-BR" b="1" dirty="0"/>
              <a:t> </a:t>
            </a:r>
            <a:r>
              <a:rPr lang="pt-BR" b="1" dirty="0" err="1"/>
              <a:t>Generative</a:t>
            </a:r>
            <a:r>
              <a:rPr lang="pt-BR" b="1" dirty="0"/>
              <a:t> AI  - Other </a:t>
            </a:r>
            <a:r>
              <a:rPr lang="pt-BR" b="1" dirty="0" err="1"/>
              <a:t>Modalities</a:t>
            </a:r>
            <a:endParaRPr lang="pt-BR" b="1" dirty="0"/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8F2E4312-FA3D-0F7A-684A-05434513E20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7584178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47EE59C9-F36B-461B-80D4-0E0CF0360D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9717" y="378557"/>
            <a:ext cx="5403967" cy="2729838"/>
          </a:xfrm>
          <a:prstGeom prst="rect">
            <a:avLst/>
          </a:prstGeom>
        </p:spPr>
      </p:pic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91B6081D-D3E8-4209-B85B-EB1C655A62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091214" y="1111170"/>
            <a:ext cx="11040" cy="4645103"/>
          </a:xfrm>
          <a:prstGeom prst="line">
            <a:avLst/>
          </a:prstGeom>
          <a:ln w="19050">
            <a:solidFill>
              <a:srgbClr val="7F7F7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Imagem 8">
            <a:extLst>
              <a:ext uri="{FF2B5EF4-FFF2-40B4-BE49-F238E27FC236}">
                <a16:creationId xmlns:a16="http://schemas.microsoft.com/office/drawing/2014/main" id="{DA79640B-F72F-2C76-57E7-E21A4CB94A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95204" y="3749412"/>
            <a:ext cx="5803328" cy="2829121"/>
          </a:xfrm>
          <a:prstGeom prst="rect">
            <a:avLst/>
          </a:prstGeom>
        </p:spPr>
      </p:pic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28CA55E4-1295-45C8-BA05-5A9E705B74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403027" y="3428998"/>
            <a:ext cx="4188904" cy="1"/>
          </a:xfrm>
          <a:prstGeom prst="line">
            <a:avLst/>
          </a:prstGeom>
          <a:ln w="19050">
            <a:solidFill>
              <a:srgbClr val="7F7F7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08C5794E-A9A1-4A23-AF68-C79A782233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610334" y="3428998"/>
            <a:ext cx="4188904" cy="1"/>
          </a:xfrm>
          <a:prstGeom prst="line">
            <a:avLst/>
          </a:prstGeom>
          <a:ln w="19050">
            <a:solidFill>
              <a:srgbClr val="7F7F7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Imagem 6">
            <a:extLst>
              <a:ext uri="{FF2B5EF4-FFF2-40B4-BE49-F238E27FC236}">
                <a16:creationId xmlns:a16="http://schemas.microsoft.com/office/drawing/2014/main" id="{2964CB9C-E90E-500E-DF66-4E4D7F1259C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1628" y="3671315"/>
            <a:ext cx="4944907" cy="2907219"/>
          </a:xfrm>
          <a:prstGeom prst="rect">
            <a:avLst/>
          </a:prstGeom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BD670372-31E7-B4D6-D2A2-CAD412D96DC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10334" y="554926"/>
            <a:ext cx="3629021" cy="25534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897350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C42F60-B45E-64D0-67E6-B85ECF5409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3F55206-002C-5484-CF39-DD753CBF86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 dirty="0" err="1"/>
              <a:t>Challenges</a:t>
            </a:r>
            <a:r>
              <a:rPr lang="pt-BR" b="1" dirty="0"/>
              <a:t> </a:t>
            </a:r>
            <a:r>
              <a:rPr lang="pt-BR" b="1" dirty="0" err="1"/>
              <a:t>and</a:t>
            </a:r>
            <a:r>
              <a:rPr lang="pt-BR" b="1" dirty="0"/>
              <a:t> </a:t>
            </a:r>
            <a:r>
              <a:rPr lang="pt-BR" b="1" dirty="0" err="1"/>
              <a:t>Opportunities</a:t>
            </a:r>
            <a:r>
              <a:rPr lang="pt-BR" b="1" dirty="0"/>
              <a:t> </a:t>
            </a:r>
            <a:r>
              <a:rPr lang="pt-BR" b="1" dirty="0" err="1"/>
              <a:t>of</a:t>
            </a:r>
            <a:r>
              <a:rPr lang="pt-BR" b="1" dirty="0"/>
              <a:t> </a:t>
            </a:r>
            <a:r>
              <a:rPr lang="pt-BR" b="1" dirty="0" err="1"/>
              <a:t>Generative</a:t>
            </a:r>
            <a:r>
              <a:rPr lang="pt-BR" b="1" dirty="0"/>
              <a:t> AI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8334C697-4520-BB24-E6F3-B69E066C63C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2540280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FA570753-ED8B-E148-7B10-2D57CBD953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2821" y="161469"/>
            <a:ext cx="6439799" cy="3267531"/>
          </a:xfrm>
          <a:prstGeom prst="rect">
            <a:avLst/>
          </a:prstGeom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4C6563E7-991F-264C-3D4B-57D8346C5A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244" y="3543316"/>
            <a:ext cx="8335538" cy="31532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69694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5AF714F6-2E7F-4A48-787A-7C134201B4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0722" y="294838"/>
            <a:ext cx="4725059" cy="3134162"/>
          </a:xfrm>
          <a:prstGeom prst="rect">
            <a:avLst/>
          </a:prstGeom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FA872C0E-6BCB-CDF4-6771-45883C2E63F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8176" y="3429000"/>
            <a:ext cx="10536120" cy="32770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098425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45F4DF-50E2-5062-ABEF-BC3C6A6EC3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6AFD935-32B8-4F54-BE1E-9B1D96EA88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 dirty="0" err="1"/>
              <a:t>Summary</a:t>
            </a:r>
            <a:endParaRPr lang="pt-BR" b="1" dirty="0"/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14D9781F-503C-2B0A-5C83-6E9F5FD5025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872866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BB9E7784-3131-6A1A-4571-44D696D6A0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5444" y="213023"/>
            <a:ext cx="10621857" cy="3096057"/>
          </a:xfrm>
          <a:prstGeom prst="rect">
            <a:avLst/>
          </a:prstGeom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E437E81B-DA27-5EA7-B3BD-ADF1665866B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5444" y="3559088"/>
            <a:ext cx="6773220" cy="32389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494775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783CACC5-D26C-123A-BCD0-71B8CB92AE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545" y="123760"/>
            <a:ext cx="5325218" cy="3162741"/>
          </a:xfrm>
          <a:prstGeom prst="rect">
            <a:avLst/>
          </a:prstGeom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38D76B6C-A919-6C4D-ABA9-B0C5A697AEC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952" y="3292573"/>
            <a:ext cx="10602805" cy="34866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317270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6FA3870A-6F69-FF63-ACE8-E7AA83FAE8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3435" y="277441"/>
            <a:ext cx="3610479" cy="2705478"/>
          </a:xfrm>
          <a:prstGeom prst="rect">
            <a:avLst/>
          </a:prstGeom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79FA99DC-6951-89CA-6B2C-4946C2C9CEB0}"/>
              </a:ext>
            </a:extLst>
          </p:cNvPr>
          <p:cNvSpPr txBox="1"/>
          <p:nvPr/>
        </p:nvSpPr>
        <p:spPr>
          <a:xfrm>
            <a:off x="4137286" y="659567"/>
            <a:ext cx="7841280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>
                <a:hlinkClick r:id="rId3"/>
              </a:rPr>
              <a:t>https://web-assets.bcg.com/86/e5/19d29e2246c7935e179db8257dd5/unlocking-the-potential-of-ai-in-drug-discovery-vf.pdf</a:t>
            </a:r>
            <a:r>
              <a:rPr lang="pt-BR" dirty="0"/>
              <a:t> </a:t>
            </a:r>
          </a:p>
          <a:p>
            <a:endParaRPr lang="pt-BR" dirty="0"/>
          </a:p>
          <a:p>
            <a:endParaRPr lang="pt-BR" dirty="0"/>
          </a:p>
          <a:p>
            <a:r>
              <a:rPr lang="pt-BR" dirty="0">
                <a:hlinkClick r:id="rId4"/>
              </a:rPr>
              <a:t>https://nvidianews.nvidia.com/news/nvidia-announces-earth-climate-digital-twin</a:t>
            </a:r>
            <a:r>
              <a:rPr lang="pt-BR" dirty="0"/>
              <a:t> </a:t>
            </a:r>
          </a:p>
          <a:p>
            <a:endParaRPr lang="pt-BR" dirty="0"/>
          </a:p>
          <a:p>
            <a:endParaRPr lang="pt-BR" dirty="0"/>
          </a:p>
          <a:p>
            <a:r>
              <a:rPr lang="pt-BR" dirty="0">
                <a:hlinkClick r:id="rId5"/>
              </a:rPr>
              <a:t>https://www.mckinsey.com/industries/agriculture/our-insights/from-bytes-to-bushels-how-gen-ai-can-shape-the-future-of-agriculture</a:t>
            </a:r>
            <a:endParaRPr lang="pt-BR" dirty="0"/>
          </a:p>
          <a:p>
            <a:endParaRPr lang="pt-BR" dirty="0"/>
          </a:p>
          <a:p>
            <a:endParaRPr lang="pt-BR" dirty="0"/>
          </a:p>
          <a:p>
            <a:r>
              <a:rPr lang="pt-BR" dirty="0">
                <a:hlinkClick r:id="rId6"/>
              </a:rPr>
              <a:t>https://www.mckinsey.com/capabilities/operations/our-insights/industrys-fast-mover-advantage-enterprise-value-from-digital-factories</a:t>
            </a:r>
            <a:endParaRPr lang="pt-BR" dirty="0"/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737817971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</TotalTime>
  <Words>79</Words>
  <Application>Microsoft Office PowerPoint</Application>
  <PresentationFormat>Widescreen</PresentationFormat>
  <Paragraphs>15</Paragraphs>
  <Slides>19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19</vt:i4>
      </vt:variant>
    </vt:vector>
  </HeadingPairs>
  <TitlesOfParts>
    <vt:vector size="23" baseType="lpstr">
      <vt:lpstr>Aptos</vt:lpstr>
      <vt:lpstr>Aptos Display</vt:lpstr>
      <vt:lpstr>Arial</vt:lpstr>
      <vt:lpstr>Tema do Office</vt:lpstr>
      <vt:lpstr>Generative AI Explained</vt:lpstr>
      <vt:lpstr>Apresentação do PowerPoint</vt:lpstr>
      <vt:lpstr>Apresentação do PowerPoint</vt:lpstr>
      <vt:lpstr>Apresentação do PowerPoint</vt:lpstr>
      <vt:lpstr>Apresentação do PowerPoint</vt:lpstr>
      <vt:lpstr>Applications of Generative AI - Language</vt:lpstr>
      <vt:lpstr>Apresentação do PowerPoint</vt:lpstr>
      <vt:lpstr>Apresentação do PowerPoint</vt:lpstr>
      <vt:lpstr>Apresentação do PowerPoint</vt:lpstr>
      <vt:lpstr>Apresentação do PowerPoint</vt:lpstr>
      <vt:lpstr>Applications of Generative AI  - Other Modalities</vt:lpstr>
      <vt:lpstr>Apresentação do PowerPoint</vt:lpstr>
      <vt:lpstr>Challenges and Opportunities of Generative AI</vt:lpstr>
      <vt:lpstr>Apresentação do PowerPoint</vt:lpstr>
      <vt:lpstr>Apresentação do PowerPoint</vt:lpstr>
      <vt:lpstr>Summary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Paulo Souza</dc:creator>
  <cp:lastModifiedBy>Paulo Souza</cp:lastModifiedBy>
  <cp:revision>4</cp:revision>
  <dcterms:created xsi:type="dcterms:W3CDTF">2026-06-17T16:57:37Z</dcterms:created>
  <dcterms:modified xsi:type="dcterms:W3CDTF">2026-06-17T17:29:45Z</dcterms:modified>
</cp:coreProperties>
</file>